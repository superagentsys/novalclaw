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F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mninova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114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</a:rPr>
              <a:t>OmniNova 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280"/>
                </a:solidFill>
              </a:rPr>
              <a:t>本地优先的企业 AI 自动化工作台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让 AI 从“会聊天”升级为“可执行、可审计、可私有化部署”的生产系统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聚焦场景：客服自动化、运营自动化、后台流程执行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关键词：本地优先 / 多渠道 / 技能系统 / 浏览器与桌面执行 / 安全治理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46320"/>
            <a:ext cx="2834640" cy="65836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先切客服与运营自动化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OmniNova Claw · Investor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F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mninova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114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</a:rPr>
              <a:t>问题：企业 AI 还没有真正进入工作流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大多数企业对 AI 的使用仍停留在问答、写稿、总结层面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多渠道客服、后台录入、流程执行仍依赖人工切换多个系统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企业最担心的是数据安全、权限失控、不可审计与落地复杂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市场缺少真正能进入业务流程的 AI 执行系统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577840"/>
            <a:ext cx="104241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6366F1"/>
                </a:solidFill>
              </a:rPr>
              <a:t>企业缺的不是另一个聊天工具，而是一个能完成任务的 AI 工作台。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OmniNova Claw · Investor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F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mninova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114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</a:rPr>
              <a:t>解决方案：把模型、渠道、技能和执行整合成一套系统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多模型接入：OpenAI、Anthropic、Gemini、DeepSeek、Ollama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多渠道接入：Slack、Discord、Telegram、Webhook 等消息入口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记忆与知识：工作记忆、情景记忆、技能/知识记忆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工具执行：文件、命令、网页、浏览器、桌面控制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安全治理：审批、权限策略、E-stop、执行审计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OmniNova Claw · Investor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F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mninova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114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</a:rPr>
              <a:t>切入场景：先做客服与运营自动化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场景一：多渠道客服自动化，统一接收消息、生成回复、人工复核、发送留痕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场景二：运营自动化，自动执行后台录入、数据采集、报表生成、SOP 跟进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场景三：内部知识与流程助手，将 FAQ、制度、SOP 技能化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共同特征：高频、刚需、ROI 清晰、适合标准化模板复制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577840"/>
            <a:ext cx="104241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6366F1"/>
                </a:solidFill>
              </a:rPr>
              <a:t>先切高频刚需场景，再扩展到更广泛的企业流程自动化。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OmniNova Claw · Investor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F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mninova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114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</a:rPr>
              <a:t>产品形态：桌面端 + 本地网关 +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桌面控制中心：面向业务、运营与管理员的可视化配置入口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本地网关：统一编排模型、技能、渠道与工具的执行中枢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CLI：面向开发者与企业 IT 的自动化和部署入口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技能系统：把企业 SOP、FAQ 与知识固化成可复用资产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OmniNova Claw · Investor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F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mninova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114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</a:rPr>
              <a:t>为什么是现在：AI 执行层正处在窗口期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大模型能力已足以支撑中等复杂度业务执行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企业采购逻辑从“试用 AI”转向“验证 ROI”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本地优先、私有化、安全治理正在成为企业落地前提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聊天助手与传统 RPA 之间存在明显的执行层空白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OmniNova Claw · Investor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F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mninova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114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</a:rPr>
              <a:t>差异化：不是聊天工具，也不是传统 RPA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相比聊天工具：不仅能回答，还能执行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相比传统 RPA：不仅会操作，还能理解上下文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相比云端 Agent：更强调本地部署、私有化与企业可控性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核心壁垒：本地优先架构、多模型多渠道编排、技能沉淀、安全控制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577840"/>
            <a:ext cx="104241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6366F1"/>
                </a:solidFill>
              </a:rPr>
              <a:t>我们做的是企业 AI 的执行层，而不是内容生成壳子。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OmniNova Claw · Investor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F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mninova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114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</a:rPr>
              <a:t>商业模式：先试点收费，再模板复制，再走企业订阅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标准版：按团队、工作区或部署实例订阅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企业版：私有化部署费 + 年服务费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增值收入：行业技能包、定制集成、实施与培训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收入路径：试点项目验证价值 → 模板化复制 → 订阅化扩张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OmniNova Claw · Investor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F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mninova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114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</a:rPr>
              <a:t>当前进展与未来 12 个月目标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已完成：桌面端、Rust 核心运行时、多模型支持、技能系统、本地网关、CLI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目标一：落地 3–5 家试点客户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目标二：打磨客服与运营两套标准模板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目标三：跑通部署、续费与 ROI 指标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目标四：形成私有化交付方法论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OmniNova Claw · Investor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F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mninova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41148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</a:rPr>
              <a:t>融资与用途：从可运行产品走向可复制业务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本轮目标：验证 PMF 与场景复制能力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资金用途：强化稳定性、安全审计、模板能力和客户成功体系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市场目标：沉淀标杆客户案例，建立销售与实施闭环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终局定位：成为企业 AI 进入真实工作流的执行入口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577840"/>
            <a:ext cx="1042416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6366F1"/>
                </a:solidFill>
              </a:rPr>
              <a:t>我们不是在造一个更会聊天的 AI，而是在造企业真正敢用的 AI 工作系统。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</a:defRPr>
            </a:pPr>
            <a:r>
              <a:t>OmniNova Claw · Investor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2823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